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4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0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731520"/>
            <a:ext cx="3474720" cy="3474720"/>
          </a:xfrm>
          <a:prstGeom prst="ellipse">
            <a:avLst/>
          </a:prstGeom>
          <a:solidFill>
            <a:srgbClr val="20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0BC3A"/>
                </a:solidFill>
              </a:defRPr>
            </a:pPr>
            <a:r>
              <a:t>NDOTONIC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874519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E8ECE9"/>
                </a:solidFill>
              </a:defRPr>
            </a:pPr>
            <a:r>
              <a:t>Turning stories into</a:t>
            </a:r>
            <a:br/>
            <a:r>
              <a:t>published 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77639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9AA8A0"/>
                </a:solidFill>
              </a:defRPr>
            </a:pPr>
            <a:r>
              <a:t>Ndotonic builds the AI native author platform.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227"/>
                </a:solidFill>
              </a:defRPr>
            </a:pPr>
            <a:r>
              <a:t>INVESTOR &amp; PARTNER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E8ECE9"/>
                </a:solidFill>
              </a:defRPr>
            </a:pPr>
            <a:r>
              <a:t>Independent authors are forced to</a:t>
            </a:r>
            <a:br/>
            <a:r>
              <a:t>stitch together a dozen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084831"/>
            <a:ext cx="10881360" cy="3977639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68680" y="2267712"/>
          <a:ext cx="1046988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786384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Pain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Discovery &amp; funding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Campaigns on one platform, pitches on another → Funding campaigns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Writing &amp; editing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Manuscript tools, AI, and human editors if necessary → Ink Studio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Publishing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ISBN, ebook, print, audiobook → Ink Studio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Promotion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Reaching your audience without owned broadcast → GLC Media (radio/TV)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Digital, audio, and print sales in separate channels → Marketplace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OUR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8ECE9"/>
                </a:solidFill>
              </a:defRPr>
            </a:pPr>
            <a:r>
              <a:t>Ndotonic is the full author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874519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AA8A0"/>
                </a:solidFill>
              </a:defRPr>
            </a:pPr>
            <a:r>
              <a:t>One company from first pitch to paying reader, with GLC Media built in to promote every story and 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246120"/>
            <a:ext cx="1353312" cy="54864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Campaign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76272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76272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Patrons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94176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94176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3904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3904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Ink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3246120"/>
            <a:ext cx="1353312" cy="54864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8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Edit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AI craft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9984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29984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Publish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All formats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47888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47888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7616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Radio &amp; TV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5792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65792" y="3246120"/>
            <a:ext cx="1353312" cy="54864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Monetize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Marketplace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Why Ndotonic: four pillars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96596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965960"/>
            <a:ext cx="73152" cy="1965960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1305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0BC3A"/>
                </a:solidFill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328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Get Discovered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Upload a pitch and launch patron book funding campaigns.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96596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73152" cy="1965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1305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227"/>
                </a:solidFill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5328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Promote Your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GLC Media radio &amp; TV stream promoting stories and books.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16052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160520"/>
            <a:ext cx="73152" cy="1965960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251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0BC3A"/>
                </a:solidFill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274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Self 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1208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Ink Studio, AI editing toolkit, ISBN, ebook · print · audiobook.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16052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160520"/>
            <a:ext cx="73152" cy="1965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3251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227"/>
                </a:solidFill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47274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Monetize your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521208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Marketplace digital, audio, and print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DIFFERENTIATOR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AI native author editing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7830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AA8A0"/>
                </a:solidFill>
              </a:defRPr>
            </a:pPr>
            <a:r>
              <a:t>Purpose built inside Ink Studio, not generic chat.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606040"/>
            <a:ext cx="3401568" cy="306324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7889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C9A227"/>
                </a:solidFill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29184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Copy editing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840480"/>
            <a:ext cx="30358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Grammar &amp; punctuation</a:t>
            </a:r>
            <a:br/>
            <a:r>
              <a:t>Spelling</a:t>
            </a:r>
            <a:br/>
            <a:r>
              <a:t>Linguistic errors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606040"/>
            <a:ext cx="3401568" cy="306324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27889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C9A227"/>
                </a:solidFill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29184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Craft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3840480"/>
            <a:ext cx="30358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Plot continuity</a:t>
            </a:r>
            <a:br/>
            <a:r>
              <a:t>Pacing &amp; tension</a:t>
            </a:r>
            <a:br/>
            <a:r>
              <a:t>Narrative style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606040"/>
            <a:ext cx="3401568" cy="306324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7889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C9A227"/>
                </a:solidFill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9184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Author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840480"/>
            <a:ext cx="30358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Chapter editor + versions</a:t>
            </a:r>
            <a:br/>
            <a:r>
              <a:t>Collaborators &amp; beta readers</a:t>
            </a:r>
            <a:br/>
            <a:r>
              <a:t>Publishing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CE9"/>
                </a:solidFill>
              </a:defRPr>
            </a:pPr>
            <a:r>
              <a:t>A massive, fragmented creator economy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3401568" cy="2148840"/>
          </a:xfrm>
          <a:prstGeom prst="roundRect">
            <a:avLst/>
          </a:prstGeom>
          <a:solidFill>
            <a:srgbClr val="0B0F0C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194559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0BC3A"/>
                </a:solidFill>
              </a:defRPr>
            </a:pPr>
            <a:r>
              <a:t>$1.8B+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017519"/>
            <a:ext cx="30358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US self publishing market</a:t>
            </a:r>
            <a:br/>
            <a:r>
              <a:t>(~8% CAGR)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1874519"/>
            <a:ext cx="3401568" cy="2148840"/>
          </a:xfrm>
          <a:prstGeom prst="roundRect">
            <a:avLst/>
          </a:prstGeom>
          <a:solidFill>
            <a:srgbClr val="0B0F0C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194559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0BC3A"/>
                </a:solidFill>
              </a:defRPr>
            </a:pPr>
            <a:r>
              <a:t>4M+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3017519"/>
            <a:ext cx="30358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New self published titles</a:t>
            </a:r>
            <a:br/>
            <a:r>
              <a:t>annually worldwide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874519"/>
            <a:ext cx="3401568" cy="2148840"/>
          </a:xfrm>
          <a:prstGeom prst="roundRect">
            <a:avLst/>
          </a:prstGeom>
          <a:solidFill>
            <a:srgbClr val="0B0F0C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194559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0BC3A"/>
                </a:solidFill>
              </a:defRPr>
            </a:pPr>
            <a:r>
              <a:t>AI shift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017519"/>
            <a:ext cx="30358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Authors expect editing tools</a:t>
            </a:r>
            <a:br/>
            <a:r>
              <a:t>inside their publisher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43400"/>
            <a:ext cx="10881360" cy="12344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61772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Ndotonic targets authors who want discovery, craft tools, multi format publishing, and GLC Media broadcast promotion without five vendors.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BUSINESS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Revenue at every 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2075687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130551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2075687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Platform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2496311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Marketplace sales: ebook, audio, print, bundles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874519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64808" y="2075687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2130551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075687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Campaigns &amp; patronage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496311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Book funding and early supporter investment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749038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6" y="3950206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00507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3950206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Publishing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7048" y="4370830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ISBN, print, AI audiobook, covers, listing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749038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64808" y="3950206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00507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950206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370830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Owned radio &amp; TV promoting stories and books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E8ECE9"/>
                </a:solidFill>
              </a:defRPr>
            </a:pPr>
            <a:r>
              <a:t>Live at glc.cool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5257800" cy="35204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874519"/>
            <a:ext cx="5257800" cy="566928"/>
          </a:xfrm>
          <a:prstGeom prst="rect">
            <a:avLst/>
          </a:prstGeom>
          <a:solidFill>
            <a:srgbClr val="16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19933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Ndotonic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Ink Studio · Patron campaigns · Marketplace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AI editing (6 modes) · Stripe payouts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Publishing pipeline end to 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874519"/>
            <a:ext cx="5257800" cy="35204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5257800" cy="566928"/>
          </a:xfrm>
          <a:prstGeom prst="rect">
            <a:avLst/>
          </a:prstGeom>
          <a:solidFill>
            <a:srgbClr val="16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19933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Radio &amp; TV stream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Live broadcast &amp; author features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Editorial amplification · Publicity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COMPETITION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CE9"/>
                </a:solidFill>
              </a:defRPr>
            </a:pPr>
            <a:r>
              <a:t>We combine what others split apart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28800"/>
            <a:ext cx="10881360" cy="37947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68680" y="2029968"/>
          <a:ext cx="10469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691640"/>
                <a:gridCol w="1691640"/>
                <a:gridCol w="2057400"/>
              </a:tblGrid>
              <a:tr h="420624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Ndotonic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KDP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Kickstarter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Storyrocket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Patron campaigns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Writing studio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AI craft editing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Multi format store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Radio/TV (GLC Media)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Premium independent publishing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7830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AA8A0"/>
                </a:solidFill>
              </a:defRPr>
            </a:pPr>
            <a:r>
              <a:t>Ndotonic: author platform for audience, AI craft, and funding.</a:t>
            </a:r>
            <a:br/>
            <a:r>
              <a:t>GLC Media: streams and promotes stories and books on radio &amp; TV.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63240"/>
            <a:ext cx="3401568" cy="19659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84248" y="2807208"/>
            <a:ext cx="749808" cy="7498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661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BC3A"/>
                </a:solidFill>
              </a:defRPr>
            </a:pPr>
            <a:r>
              <a:t>Year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23360"/>
            <a:ext cx="29443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AA8A0"/>
                </a:solidFill>
              </a:defRPr>
            </a:pPr>
            <a:r>
              <a:t>Author acquisition · campaign GMV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6" y="3931920"/>
            <a:ext cx="33832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98264" y="3063240"/>
            <a:ext cx="3401568" cy="19659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24144" y="2807208"/>
            <a:ext cx="749808" cy="749808"/>
          </a:xfrm>
          <a:prstGeom prst="ellipse">
            <a:avLst/>
          </a:prstGeom>
          <a:solidFill>
            <a:srgbClr val="E0BC3A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35661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BC3A"/>
                </a:solidFill>
              </a:defRPr>
            </a:pPr>
            <a:r>
              <a:t>Year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023360"/>
            <a:ext cx="29443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AA8A0"/>
                </a:solidFill>
              </a:defRPr>
            </a:pPr>
            <a:r>
              <a:t>GLC Media audience · audio/print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99832" y="3931920"/>
            <a:ext cx="33832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063240"/>
            <a:ext cx="3401568" cy="19659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64040" y="2807208"/>
            <a:ext cx="749808" cy="7498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5661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BC3A"/>
                </a:solidFill>
              </a:defRPr>
            </a:pPr>
            <a:r>
              <a:t>Year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23360"/>
            <a:ext cx="29443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AA8A0"/>
                </a:solidFill>
              </a:defRPr>
            </a:pPr>
            <a:r>
              <a:t>Rights &amp; adaptation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Ndotonic &amp; GLC Media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5257800" cy="21488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148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0BC3A"/>
                </a:solidFill>
              </a:defRPr>
            </a:pPr>
            <a:r>
              <a:t>Ndotonic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6974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The company: Ink Studio, campaigns, marketplace, AI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74519"/>
            <a:ext cx="5257800" cy="21488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6974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Radio &amp; TV stream promoting stories and books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43400"/>
            <a:ext cx="10881360" cy="1325880"/>
          </a:xfrm>
          <a:prstGeom prst="roundRect">
            <a:avLst/>
          </a:prstGeom>
          <a:solidFill>
            <a:srgbClr val="1012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720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Mission: Uncover hidden potential and amplify unheard voices.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Hiring: Co founder CTO, AI engineers, QA,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4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A87A18"/>
                </a:solidFill>
              </a:defRPr>
            </a:pPr>
            <a:r>
              <a:t>NDOTONIC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glc.cool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12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-457200"/>
            <a:ext cx="5943600" cy="5943600"/>
          </a:xfrm>
          <a:prstGeom prst="ellipse">
            <a:avLst/>
          </a:prstGeom>
          <a:solidFill>
            <a:srgbClr val="22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E8ECE9"/>
                </a:solidFill>
              </a:defRPr>
            </a:pPr>
            <a:r>
              <a:t>Partner with Ndotonic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148840"/>
            <a:ext cx="8138160" cy="233172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24231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8ECE9"/>
                </a:solidFill>
              </a:defRPr>
            </a:pPr>
            <a:r>
              <a:t>◆ Strategic investment: author platform &amp; GLC Media</a:t>
            </a:r>
          </a:p>
          <a:p>
            <a:pPr>
              <a:spcAft>
                <a:spcPts val="1400"/>
              </a:spcAft>
              <a:defRPr sz="1500">
                <a:solidFill>
                  <a:srgbClr val="E8ECE9"/>
                </a:solidFill>
              </a:defRPr>
            </a:pPr>
            <a:r>
              <a:t>◆ Publishing &amp; distribution partnerships</a:t>
            </a:r>
          </a:p>
          <a:p>
            <a:pPr>
              <a:spcAft>
                <a:spcPts val="1400"/>
              </a:spcAft>
              <a:defRPr sz="1500">
                <a:solidFill>
                  <a:srgbClr val="E8ECE9"/>
                </a:solidFill>
              </a:defRPr>
            </a:pPr>
            <a:r>
              <a:t>◆ Broadcast amplification via GLC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709160"/>
            <a:ext cx="5943600" cy="1051560"/>
          </a:xfrm>
          <a:prstGeom prst="roundRect">
            <a:avLst/>
          </a:prstGeom>
          <a:solidFill>
            <a:srgbClr val="181406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4919472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0BC3A"/>
                </a:solidFill>
              </a:defRPr>
            </a:pPr>
            <a:r>
              <a:t>Email: info@ndotonic.com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85232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8ECE9"/>
                </a:solidFill>
              </a:defRPr>
            </a:pPr>
            <a:r>
              <a:t>Instagram: @GLConnect_cool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